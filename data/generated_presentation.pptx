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Lean Production und das Fraktale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Erstellt vom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Einführung in Lean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"Lean Production" / "Lean Management" als intellektueller Ansatz</a:t>
            </a:r>
          </a:p>
          <a:p>
            <a:pPr/>
            <a:r>
              <a:t>System von Maßnahmen für einen schlanken, wettbewerbsfähigen Zustand</a:t>
            </a:r>
          </a:p>
          <a:p>
            <a:pPr/>
            <a:r>
              <a:t>Ursprung: "The Machine that Changed the World" (MIT-Studie, 1990)</a:t>
            </a:r>
          </a:p>
          <a:p>
            <a:pPr/>
            <a:r>
              <a:t>Antwort auf die "japanisch-amerikanische Herausforderung"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vier Hauptaktivitätsfelder der Lean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Produktentwicklung: Verkürzung der Zyklen, frühe Einbindung</a:t>
            </a:r>
          </a:p>
          <a:p>
            <a:pPr/>
            <a:r>
              <a:t>Lieferkette: Weniger, aber engere Lieferantenbeziehungen, Systemlieferanten</a:t>
            </a:r>
          </a:p>
          <a:p>
            <a:pPr/>
            <a:r>
              <a:t>Shop Floor Management: Fehlervermeidung am Ursprung, klare Abläufe, Just-in-Time</a:t>
            </a:r>
          </a:p>
          <a:p>
            <a:pPr/>
            <a:r>
              <a:t>After-Sales Service: Kundenorientierung, Anpassung an regionale Besonderheiten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Effizienz in Produktentwicklung und Lieferkette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Produktentwicklung: Fokus auf organisatorische Maßnahmen zur Zyklusverkürzung</a:t>
            </a:r>
          </a:p>
          <a:p>
            <a:pPr/>
            <a:r>
              <a:t>Frühe Einbindung von Fachabteilungen, parallele Designprozesse</a:t>
            </a:r>
          </a:p>
          <a:p>
            <a:pPr/>
            <a:r>
              <a:t>Lieferkette: Reduzierung der Lieferantenzahl, Aufbau von Partnerschaften</a:t>
            </a:r>
          </a:p>
          <a:p>
            <a:pPr/>
            <a:r>
              <a:t>Vertrauensvolle Zusammenarbeit statt Misstrauen und Preisdruck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Optimierung in der Fertigung und im Kundendienst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Shop Floor: Konzentration auf Wertschöpfung, Fehlerbehebung am Ursprung</a:t>
            </a:r>
          </a:p>
          <a:p>
            <a:pPr/>
            <a:r>
              <a:t>Klare Anordnung, schnelle Reaktion auf Unregelmäßigkeiten, geringe Lagerbestände</a:t>
            </a:r>
          </a:p>
          <a:p>
            <a:pPr/>
            <a:r>
              <a:t>After-Sales: Aufbau von Vertrauensbeziehungen zum Kunden</a:t>
            </a:r>
          </a:p>
          <a:p>
            <a:pPr/>
            <a:r>
              <a:t>Herausforderungen bei der Übertragung japanischer Modelle auf westliche Kulturen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Erkenntnisse und Grenzen der Lean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Organisation vor Automation, Delegation von Verantwortung, Teamwork</a:t>
            </a:r>
          </a:p>
          <a:p>
            <a:pPr/>
            <a:r>
              <a:t>Systematische Fehlerbehebung, kontinuierliche Verbesserung</a:t>
            </a:r>
          </a:p>
          <a:p>
            <a:pPr/>
            <a:r>
              <a:t>Kritik: Unkritische Übernahme von Modellen, kulturelle Unterschiede</a:t>
            </a:r>
          </a:p>
          <a:p>
            <a:pPr/>
            <a:r>
              <a:t>"Shock" notwendig, aber keine universelle Blaupause für das 21. Jahrhundert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Fraktale Unternehmen – Ein zukunftsweisendes Konzept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Basierend auf Selbstorganisation, Selbstähnlichkeit und Dynamik</a:t>
            </a:r>
          </a:p>
          <a:p>
            <a:pPr/>
            <a:r>
              <a:t>Unternehmerisches Denken und Handeln in allen Bereichen</a:t>
            </a:r>
          </a:p>
          <a:p>
            <a:pPr/>
            <a:r>
              <a:t>Jedes "Fraktal" als kleines, eigenständiges Unternehmen</a:t>
            </a:r>
          </a:p>
          <a:p>
            <a:pPr/>
            <a:r>
              <a:t>Globale Ziele werden in konkrete lokale Maßnahmen übersetzt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zur Fraktalen Organisation und Ausblick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Dynamische Strukturierung statt starrer Hierarchien (Pyramide zu Haus)</a:t>
            </a:r>
          </a:p>
          <a:p>
            <a:pPr/>
            <a:r>
              <a:t>CIM-Systeme als flexible Informations- und Navigationssysteme</a:t>
            </a:r>
          </a:p>
          <a:p>
            <a:pPr/>
            <a:r>
              <a:t>Ergebnisorientierte Bewertung der Fraktale</a:t>
            </a:r>
          </a:p>
          <a:p>
            <a:pPr/>
            <a:r>
              <a:t>Bewusstseins- und Verhaltensänderung als Voraussetzung, nicht nur Technik</a:t>
            </a:r>
          </a:p>
        </p:txBody>
      </p:sp>
      <p:pic>
        <p:nvPicPr>
          <p:cNvPr id="4" name="Picture 3" descr="temp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