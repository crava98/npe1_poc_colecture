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Halluzinationen in generativer KI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LLMs erzeugen überzeugend falsche Inhalte.</a:t>
            </a:r>
          </a:p>
          <a:p>
            <a:pPr>
              <a:defRPr sz="1800"/>
            </a:pPr>
            <a:r>
              <a:t>Große Herausforderung für den Einsatz.</a:t>
            </a:r>
          </a:p>
          <a:p>
            <a:pPr>
              <a:defRPr sz="1800"/>
            </a:pPr>
            <a:r>
              <a:t>Erkennung und Minderung sind entscheidend.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sind Halluzinationen?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Sprachlich überzeugend, sachlich falsch.</a:t>
            </a:r>
          </a:p>
          <a:p>
            <a:pPr>
              <a:defRPr sz="1800"/>
            </a:pPr>
            <a:r>
              <a:t>Von kleinen Fehlern bis Erfindungen.</a:t>
            </a:r>
          </a:p>
          <a:p>
            <a:pPr>
              <a:defRPr sz="1800"/>
            </a:pPr>
            <a:r>
              <a:t>Beispiel: „Mondscheinformel“ existiert nicht.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Typen von Halluzinationen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Satz- und Prompt-Widersprüche.</a:t>
            </a:r>
          </a:p>
          <a:p>
            <a:pPr>
              <a:defRPr sz="1800"/>
            </a:pPr>
            <a:r>
              <a:t>Faktische Fehler, erfundene Inhalte.</a:t>
            </a:r>
          </a:p>
          <a:p>
            <a:pPr>
              <a:defRPr sz="1800"/>
            </a:pPr>
            <a:r>
              <a:t>Sinnfreie oder absurde Ausgaben.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Ursachen von Halluzinationen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Fehlerhafte Trainingsdaten, Overfitting.</a:t>
            </a:r>
          </a:p>
          <a:p>
            <a:pPr>
              <a:defRPr sz="1800"/>
            </a:pPr>
            <a:r>
              <a:t>Trainingsmethoden, zufällige Dekodierung.</a:t>
            </a:r>
          </a:p>
          <a:p>
            <a:pPr>
              <a:defRPr sz="1800"/>
            </a:pPr>
            <a:r>
              <a:t>Ungeeignete Modellarchitektur.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Erkennung: Traditionelle Methoden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Faktencheck: Externe Quellen, interne Prüfung.</a:t>
            </a:r>
          </a:p>
          <a:p>
            <a:pPr>
              <a:defRPr sz="1800"/>
            </a:pPr>
            <a:r>
              <a:t>Unsicherheitsschätzung: Interne Zustände, Verhalten.</a:t>
            </a:r>
          </a:p>
          <a:p>
            <a:pPr>
              <a:defRPr sz="1800"/>
            </a:pPr>
            <a:r>
              <a:t>Nachteile: Rechenaufwand, unzuverlässige Quellen.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Erkennung: Interne LLM-Schichten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Neue Ansätze nutzen interne Repräsentationen.</a:t>
            </a:r>
          </a:p>
          <a:p>
            <a:pPr>
              <a:defRPr sz="1800"/>
            </a:pPr>
            <a:r>
              <a:t>„Probes“ klassifizieren Halluzinationen direkt.</a:t>
            </a:r>
          </a:p>
          <a:p>
            <a:pPr>
              <a:defRPr sz="1800"/>
            </a:pPr>
            <a:r>
              <a:t>Vorteil: Keine Neuschulung des LLM.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Herausforderungen &amp; neue Ansätze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Generalisierung über Benchmarks/LLMs schwierig.</a:t>
            </a:r>
          </a:p>
          <a:p>
            <a:pPr>
              <a:defRPr sz="1800"/>
            </a:pPr>
            <a:r>
              <a:t>Dynamische Gewichtung interner Schichten.</a:t>
            </a:r>
          </a:p>
          <a:p>
            <a:pPr>
              <a:defRPr sz="1800"/>
            </a:pPr>
            <a:r>
              <a:t>Potenzial: Bessere Leistung, Generalisierungsverbesserung.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Fazit &amp; Ausblick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Halluzinationen bleiben zentrale Herausforderung.</a:t>
            </a:r>
          </a:p>
          <a:p>
            <a:pPr>
              <a:defRPr sz="1800"/>
            </a:pPr>
            <a:r>
              <a:t>Interne Schichten vielversprechend für Erkennung.</a:t>
            </a:r>
          </a:p>
          <a:p>
            <a:pPr>
              <a:defRPr sz="1800"/>
            </a:pPr>
            <a:r>
              <a:t>Zukünftige Forschung: Hybridmodelle, Ethik.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